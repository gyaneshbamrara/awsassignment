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aa7c5b2c1a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aa7c5b2c1a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aa7c5b2c1a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3aa7c5b2c1a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a7c5b2c1a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3aa7c5b2c1a_0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aa7c5b2c1a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3aa7c5b2c1a_0_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aa7c5b2c1a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g3aa7c5b2c1a_0_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jpg"/><Relationship Id="rId4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Relationship Id="rId4" Type="http://schemas.openxmlformats.org/officeDocument/2006/relationships/image" Target="../media/image7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Windows Server ADDS, IIS &amp; Amazon Linux Setup</a:t>
            </a:r>
            <a:endParaRPr/>
          </a:p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>
                <a:solidFill>
                  <a:srgbClr val="888888"/>
                </a:solidFill>
              </a:rPr>
              <a:t>Detailed Tasks, Steps, Explanations &amp; Theory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>
            <a:off x="457200" y="0"/>
            <a:ext cx="8229600" cy="153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0"/>
              <a:buFont typeface="Calibri"/>
              <a:buNone/>
            </a:pPr>
            <a:r>
              <a:rPr lang="en-US" sz="316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Task 1: Create Windows Server &amp; Install ADDS(A</a:t>
            </a:r>
            <a:r>
              <a:rPr lang="en-US" sz="3160"/>
              <a:t>CTIVE DIRECTORY DOMAIN SERVICES</a:t>
            </a:r>
            <a:endParaRPr sz="316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0"/>
              <a:buFont typeface="Calibri"/>
              <a:buNone/>
            </a:pPr>
            <a:r>
              <a:t/>
            </a:r>
            <a:endParaRPr sz="3160"/>
          </a:p>
        </p:txBody>
      </p:sp>
      <p:sp>
        <p:nvSpPr>
          <p:cNvPr id="91" name="Google Shape;91;p14"/>
          <p:cNvSpPr txBox="1"/>
          <p:nvPr>
            <p:ph idx="1" type="body"/>
          </p:nvPr>
        </p:nvSpPr>
        <p:spPr>
          <a:xfrm>
            <a:off x="457200" y="1095676"/>
            <a:ext cx="8229600" cy="50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Create Windows instance in AWS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Generate Key Pair for secure SSH/RDP access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Launch instance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2" name="Google Shape;92;p14" title="0.0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6650" y="2958675"/>
            <a:ext cx="7463924" cy="3481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Installing ADDS</a:t>
            </a:r>
            <a:endParaRPr/>
          </a:p>
        </p:txBody>
      </p:sp>
      <p:sp>
        <p:nvSpPr>
          <p:cNvPr id="98" name="Google Shape;98;p15"/>
          <p:cNvSpPr txBox="1"/>
          <p:nvPr>
            <p:ph idx="1" type="body"/>
          </p:nvPr>
        </p:nvSpPr>
        <p:spPr>
          <a:xfrm>
            <a:off x="457200" y="1600200"/>
            <a:ext cx="8229600" cy="50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1242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Open Server Manager → Add Roles &amp; Features</a:t>
            </a:r>
            <a:endParaRPr/>
          </a:p>
          <a:p>
            <a:pPr indent="-31242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Select Active Directory Domain Services</a:t>
            </a:r>
            <a:endParaRPr/>
          </a:p>
          <a:p>
            <a:pPr indent="-31242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Install ADDS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242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Reason: ADDS enables centralized authentication &amp; identity management.</a:t>
            </a:r>
            <a:endParaRPr/>
          </a:p>
        </p:txBody>
      </p:sp>
      <p:pic>
        <p:nvPicPr>
          <p:cNvPr id="99" name="Google Shape;99;p15" title="4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1725" y="2812350"/>
            <a:ext cx="6169450" cy="2951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Promote Server to Domain Controller</a:t>
            </a:r>
            <a:endParaRPr/>
          </a:p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457200" y="1600200"/>
            <a:ext cx="8229600" cy="49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10000"/>
          </a:bodyPr>
          <a:lstStyle/>
          <a:p>
            <a:pPr indent="-29718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After ADDS installation → Promote this server to a Domain Controller</a:t>
            </a:r>
            <a:endParaRPr/>
          </a:p>
          <a:p>
            <a:pPr indent="-29718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Create a new forest</a:t>
            </a:r>
            <a:endParaRPr/>
          </a:p>
          <a:p>
            <a:pPr indent="-29718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Set Directory Services Restore Mode (DSRM) password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718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DC? Domain Controllers store and validate credentials for the domain.</a:t>
            </a:r>
            <a:endParaRPr/>
          </a:p>
        </p:txBody>
      </p:sp>
      <p:pic>
        <p:nvPicPr>
          <p:cNvPr id="106" name="Google Shape;106;p16" title="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5975" y="3231550"/>
            <a:ext cx="5858524" cy="249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Users in ADDS</a:t>
            </a:r>
            <a:endParaRPr/>
          </a:p>
        </p:txBody>
      </p:sp>
      <p:sp>
        <p:nvSpPr>
          <p:cNvPr id="112" name="Google Shape;112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1242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Open ADUC (Active Directory Users and Computers)</a:t>
            </a:r>
            <a:endParaRPr/>
          </a:p>
          <a:p>
            <a:pPr indent="-31242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Create User: Vikas</a:t>
            </a:r>
            <a:endParaRPr/>
          </a:p>
          <a:p>
            <a:pPr indent="-31242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Create User: Richa</a:t>
            </a:r>
            <a:endParaRPr/>
          </a:p>
          <a:p>
            <a:pPr indent="-31242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Assign passwords to both users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6855" lvl="0" marL="342900" rtl="0" algn="l">
              <a:spcBef>
                <a:spcPts val="640"/>
              </a:spcBef>
              <a:spcAft>
                <a:spcPts val="0"/>
              </a:spcAft>
              <a:buSzPct val="56250"/>
              <a:buChar char="•"/>
            </a:pPr>
            <a:r>
              <a:t/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3" name="Google Shape;113;p17" title="8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8575" y="3270700"/>
            <a:ext cx="4348051" cy="344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7" title="9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6625" y="3270700"/>
            <a:ext cx="4117375" cy="344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Configure RDP Permissions</a:t>
            </a:r>
            <a:endParaRPr/>
          </a:p>
        </p:txBody>
      </p:sp>
      <p:sp>
        <p:nvSpPr>
          <p:cNvPr id="120" name="Google Shape;120;p18"/>
          <p:cNvSpPr txBox="1"/>
          <p:nvPr>
            <p:ph idx="1" type="body"/>
          </p:nvPr>
        </p:nvSpPr>
        <p:spPr>
          <a:xfrm>
            <a:off x="0" y="1234200"/>
            <a:ext cx="9144000" cy="56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10000"/>
          </a:bodyPr>
          <a:lstStyle/>
          <a:p>
            <a:pPr indent="-29718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Go to: Computer Configuration → Windows Settings → Security Settings → Local Policies → User Rights Assignment</a:t>
            </a:r>
            <a:endParaRPr/>
          </a:p>
          <a:p>
            <a:pPr indent="-29718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Allow log on through Remote Desktop Services</a:t>
            </a:r>
            <a:endParaRPr/>
          </a:p>
          <a:p>
            <a:pPr indent="-29718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Why? Allows non-admin domain users to login using RDP.</a:t>
            </a:r>
            <a:endParaRPr/>
          </a:p>
          <a:p>
            <a:pPr indent="-29718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Add: Vikas, Remote Desktop Users group</a:t>
            </a:r>
            <a:endParaRPr/>
          </a:p>
          <a:p>
            <a:pPr indent="-29718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Why? RDP Users must be part of the Remote Desktop Users group.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1" name="Google Shape;121;p18" title="3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5150" y="3659025"/>
            <a:ext cx="6709524" cy="319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Login as Vikas</a:t>
            </a:r>
            <a:endParaRPr/>
          </a:p>
        </p:txBody>
      </p:sp>
      <p:sp>
        <p:nvSpPr>
          <p:cNvPr id="127" name="Google Shape;127;p19"/>
          <p:cNvSpPr txBox="1"/>
          <p:nvPr>
            <p:ph idx="1" type="body"/>
          </p:nvPr>
        </p:nvSpPr>
        <p:spPr>
          <a:xfrm>
            <a:off x="457200" y="1277775"/>
            <a:ext cx="8229600" cy="55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Logout from Administrator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Login using Vikas credentials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Open CMD → Username should show 'VIKAS'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8" name="Google Shape;128;p19" title="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075" y="2972675"/>
            <a:ext cx="4455899" cy="3885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9" title="2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2972675"/>
            <a:ext cx="4572000" cy="3885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Task 2: Install IIS &amp; Create Website</a:t>
            </a:r>
            <a:endParaRPr/>
          </a:p>
        </p:txBody>
      </p:sp>
      <p:sp>
        <p:nvSpPr>
          <p:cNvPr id="135" name="Google Shape;135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Install IIS from Server Manager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IIS: Internet Information Services (Windows Web Server)</a:t>
            </a:r>
            <a:endParaRPr/>
          </a:p>
        </p:txBody>
      </p:sp>
      <p:pic>
        <p:nvPicPr>
          <p:cNvPr id="136" name="Google Shape;136;p20" title="4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4750" y="2090225"/>
            <a:ext cx="6938600" cy="30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"/>
          <p:cNvSpPr txBox="1"/>
          <p:nvPr>
            <p:ph type="title"/>
          </p:nvPr>
        </p:nvSpPr>
        <p:spPr>
          <a:xfrm>
            <a:off x="457200" y="-3"/>
            <a:ext cx="8229600" cy="8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Host Website on IIS</a:t>
            </a:r>
            <a:endParaRPr/>
          </a:p>
        </p:txBody>
      </p:sp>
      <p:sp>
        <p:nvSpPr>
          <p:cNvPr id="142" name="Google Shape;142;p21"/>
          <p:cNvSpPr txBox="1"/>
          <p:nvPr>
            <p:ph idx="1" type="body"/>
          </p:nvPr>
        </p:nvSpPr>
        <p:spPr>
          <a:xfrm>
            <a:off x="457200" y="787525"/>
            <a:ext cx="8229600" cy="6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302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Open IIS Manager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1300" lvl="0" marL="342900" rtl="0" algn="l"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3000"/>
              <a:t>WHY? </a:t>
            </a:r>
            <a:r>
              <a:rPr lang="en-US" sz="3000">
                <a:latin typeface="Arial"/>
                <a:ea typeface="Arial"/>
                <a:cs typeface="Arial"/>
                <a:sym typeface="Arial"/>
              </a:rPr>
              <a:t>IIS is Microsoft’s </a:t>
            </a:r>
            <a:r>
              <a:rPr b="1" lang="en-US" sz="3000">
                <a:latin typeface="Arial"/>
                <a:ea typeface="Arial"/>
                <a:cs typeface="Arial"/>
                <a:sym typeface="Arial"/>
              </a:rPr>
              <a:t>official web server</a:t>
            </a:r>
            <a:r>
              <a:rPr lang="en-US" sz="3000">
                <a:latin typeface="Arial"/>
                <a:ea typeface="Arial"/>
                <a:cs typeface="Arial"/>
                <a:sym typeface="Arial"/>
              </a:rPr>
              <a:t> built into Windows Server.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-330200" lvl="0" marL="342900" rtl="0" algn="l">
              <a:spcBef>
                <a:spcPts val="0"/>
              </a:spcBef>
              <a:spcAft>
                <a:spcPts val="0"/>
              </a:spcAft>
              <a:buSzPts val="3000"/>
              <a:buChar char="•"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It is used to </a:t>
            </a:r>
            <a:r>
              <a:rPr b="1" lang="en-US" sz="3000">
                <a:latin typeface="Arial"/>
                <a:ea typeface="Arial"/>
                <a:cs typeface="Arial"/>
                <a:sym typeface="Arial"/>
              </a:rPr>
              <a:t>host websites, web applications, and APIs</a:t>
            </a:r>
            <a:r>
              <a:rPr lang="en-US" sz="3000">
                <a:latin typeface="Arial"/>
                <a:ea typeface="Arial"/>
                <a:cs typeface="Arial"/>
                <a:sym typeface="Arial"/>
              </a:rPr>
              <a:t> on Windows.</a:t>
            </a:r>
            <a:endParaRPr sz="3000"/>
          </a:p>
          <a:p>
            <a:pPr indent="-3302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Stop Default Web Site</a:t>
            </a:r>
            <a:endParaRPr sz="3000"/>
          </a:p>
          <a:p>
            <a:pPr indent="-3302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Create new site: Demosite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3" name="Google Shape;143;p21" title="6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4750" y="3589000"/>
            <a:ext cx="7554951" cy="326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/>
          <p:nvPr>
            <p:ph type="title"/>
          </p:nvPr>
        </p:nvSpPr>
        <p:spPr>
          <a:xfrm>
            <a:off x="457200" y="-1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Host Website on IIS</a:t>
            </a:r>
            <a:endParaRPr/>
          </a:p>
        </p:txBody>
      </p:sp>
      <p:sp>
        <p:nvSpPr>
          <p:cNvPr id="149" name="Google Shape;149;p22"/>
          <p:cNvSpPr txBox="1"/>
          <p:nvPr>
            <p:ph idx="1" type="body"/>
          </p:nvPr>
        </p:nvSpPr>
        <p:spPr>
          <a:xfrm>
            <a:off x="457200" y="801525"/>
            <a:ext cx="8229600" cy="53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/>
              <a:t>- Add index.html in Default Document</a:t>
            </a:r>
            <a:endParaRPr/>
          </a:p>
          <a:p>
            <a:pPr indent="-431800" lvl="0" marL="342900" rtl="0" algn="l"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- Restart site</a:t>
            </a:r>
            <a:endParaRPr/>
          </a:p>
          <a:p>
            <a:pPr indent="-431800" lvl="0" marL="342900" rtl="0" algn="l"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- Copy public IP → http://&lt;ip&gt;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0" name="Google Shape;150;p22" title="5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8225" y="2608475"/>
            <a:ext cx="8229600" cy="4249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Task 3: Amazon Linux Server Setup</a:t>
            </a:r>
            <a:endParaRPr/>
          </a:p>
        </p:txBody>
      </p:sp>
      <p:sp>
        <p:nvSpPr>
          <p:cNvPr id="156" name="Google Shape;156;p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Launch Amazon Linux instance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Create Key Pair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23" title="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251" y="2790575"/>
            <a:ext cx="9078898" cy="4067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Task 3: Amazon Linux Server Setup</a:t>
            </a:r>
            <a:endParaRPr/>
          </a:p>
        </p:txBody>
      </p:sp>
      <p:sp>
        <p:nvSpPr>
          <p:cNvPr id="163" name="Google Shape;163;p24"/>
          <p:cNvSpPr txBox="1"/>
          <p:nvPr>
            <p:ph idx="1" type="body"/>
          </p:nvPr>
        </p:nvSpPr>
        <p:spPr>
          <a:xfrm>
            <a:off x="457200" y="1305800"/>
            <a:ext cx="8229600" cy="55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342900" rtl="0" algn="l"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- Create users: Vikas, Richa</a:t>
            </a:r>
            <a:endParaRPr/>
          </a:p>
          <a:p>
            <a:pPr indent="-431800" lvl="0" marL="342900" rtl="0" algn="l"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- Set passwords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4" name="Google Shape;164;p24" title="Task3.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421150"/>
            <a:ext cx="9143998" cy="443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5"/>
          <p:cNvSpPr txBox="1"/>
          <p:nvPr>
            <p:ph type="title"/>
          </p:nvPr>
        </p:nvSpPr>
        <p:spPr>
          <a:xfrm>
            <a:off x="457200" y="0"/>
            <a:ext cx="8229600" cy="8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Amazon Linux User Login</a:t>
            </a:r>
            <a:endParaRPr/>
          </a:p>
        </p:txBody>
      </p:sp>
      <p:sp>
        <p:nvSpPr>
          <p:cNvPr id="170" name="Google Shape;170;p25"/>
          <p:cNvSpPr txBox="1"/>
          <p:nvPr>
            <p:ph idx="1" type="body"/>
          </p:nvPr>
        </p:nvSpPr>
        <p:spPr>
          <a:xfrm>
            <a:off x="0" y="853200"/>
            <a:ext cx="9144000" cy="60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Login as Vikas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Login as Richa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1" name="Google Shape;171;p25" title="Task3.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025483"/>
            <a:ext cx="9143998" cy="486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6"/>
          <p:cNvSpPr txBox="1"/>
          <p:nvPr>
            <p:ph type="title"/>
          </p:nvPr>
        </p:nvSpPr>
        <p:spPr>
          <a:xfrm>
            <a:off x="457200" y="0"/>
            <a:ext cx="8229600" cy="8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Amazon Linux User Login</a:t>
            </a:r>
            <a:endParaRPr/>
          </a:p>
        </p:txBody>
      </p:sp>
      <p:sp>
        <p:nvSpPr>
          <p:cNvPr id="177" name="Google Shape;177;p26"/>
          <p:cNvSpPr txBox="1"/>
          <p:nvPr>
            <p:ph idx="1" type="body"/>
          </p:nvPr>
        </p:nvSpPr>
        <p:spPr>
          <a:xfrm>
            <a:off x="0" y="853200"/>
            <a:ext cx="9144000" cy="60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Login as Vikas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Login as Richa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8" name="Google Shape;178;p26" title="Task3.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81525"/>
            <a:ext cx="9143998" cy="4876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7"/>
          <p:cNvSpPr txBox="1"/>
          <p:nvPr>
            <p:ph type="title"/>
          </p:nvPr>
        </p:nvSpPr>
        <p:spPr>
          <a:xfrm>
            <a:off x="457200" y="1"/>
            <a:ext cx="8229600" cy="11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Install &amp; Configure Apache (httpd)</a:t>
            </a:r>
            <a:endParaRPr/>
          </a:p>
        </p:txBody>
      </p:sp>
      <p:sp>
        <p:nvSpPr>
          <p:cNvPr id="184" name="Google Shape;184;p27"/>
          <p:cNvSpPr txBox="1"/>
          <p:nvPr>
            <p:ph idx="1" type="body"/>
          </p:nvPr>
        </p:nvSpPr>
        <p:spPr>
          <a:xfrm>
            <a:off x="457200" y="1205008"/>
            <a:ext cx="8229600" cy="56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Install httpd: sudo yum install httpd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install httpd? Apache Web Server is required to host websites.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Start service: sudo systemctl start httpd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Navigate to /var/www/html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Create index.html using vi editor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28" title="Task3.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7200"/>
            <a:ext cx="9143998" cy="3517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8" title="Task3.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574825"/>
            <a:ext cx="9143998" cy="3283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29" title="Task3.4.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55210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0"/>
          <p:cNvSpPr txBox="1"/>
          <p:nvPr>
            <p:ph type="title"/>
          </p:nvPr>
        </p:nvSpPr>
        <p:spPr>
          <a:xfrm>
            <a:off x="457200" y="0"/>
            <a:ext cx="82296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Host Website on Amazon Linux</a:t>
            </a:r>
            <a:endParaRPr/>
          </a:p>
        </p:txBody>
      </p:sp>
      <p:sp>
        <p:nvSpPr>
          <p:cNvPr id="201" name="Google Shape;201;p30"/>
          <p:cNvSpPr txBox="1"/>
          <p:nvPr>
            <p:ph idx="1" type="body"/>
          </p:nvPr>
        </p:nvSpPr>
        <p:spPr>
          <a:xfrm>
            <a:off x="25" y="838800"/>
            <a:ext cx="9144000" cy="60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Insert HTML code into index.html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[IMAGE PLACEHOLDER]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Open browser → http://&lt;instance-ip&gt;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p30" title="Task3.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" y="2472550"/>
            <a:ext cx="9143998" cy="438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